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8"/>
  </p:normalViewPr>
  <p:slideViewPr>
    <p:cSldViewPr snapToGrid="0">
      <p:cViewPr>
        <p:scale>
          <a:sx n="85" d="100"/>
          <a:sy n="85" d="100"/>
        </p:scale>
        <p:origin x="576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7C4486-9BF5-2F42-86FC-48E7D60ACFDC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A6306-06F5-1D47-9DEC-CC2D27A4B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239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A6306-06F5-1D47-9DEC-CC2D27A4BC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269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1BEA2-B121-8384-26A7-734504AA0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9606D7-28EB-4CAC-F7FC-1EA27EC80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9D14A-7048-294B-C07E-4D6D13447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35E1-F631-9B4A-B35A-6C4CC6E8DF1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54DDF-AABA-9493-373F-8EC4151FF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1EBDC-7482-2934-6836-06AF7187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E4E6-471C-E644-9300-66249803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23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84416-D827-6732-1ABF-B078863FB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12EC3-6A64-C4CC-34D8-C60758CB2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55479-1DF8-E6DB-6CEA-D86CDBD9F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35E1-F631-9B4A-B35A-6C4CC6E8DF1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95B16-9ED3-8A64-7DD8-ABFCEFBA6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1D887-538E-C4D4-2D12-DA3453CA9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E4E6-471C-E644-9300-66249803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954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88479-1FCE-D1CB-DC2F-B0B56E1B8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196C5-98D2-92F6-3760-001537A7C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E4E6D-DD3B-967B-0027-037E10881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35E1-F631-9B4A-B35A-6C4CC6E8DF1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068A1-4836-0383-AB23-310A696C8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A5065-63BF-AF11-C741-1A16F8FF0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E4E6-471C-E644-9300-66249803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44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29ABD-DABE-E5F5-F856-0E853D220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A0B7B-D4EC-6E2F-CAFC-C0F1F8953C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9C77F-3B02-5B2B-B29D-0AAC77682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49E29-987E-A121-D6FB-981972878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35E1-F631-9B4A-B35A-6C4CC6E8DF1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AC953-C0D7-5A10-60E2-20CB4183A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CB021-B4B8-A8F6-0420-2B597E0C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E4E6-471C-E644-9300-66249803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245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CF8B2-D26F-49F4-B7E1-3D1847FAC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4036A-2A26-0FEA-33DD-9D9DB7D39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9A3F5-870B-81CC-3A83-943487B9C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DBFC7D-D24B-D634-4BE8-0BB59BF56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4B60BA-EB7A-FC32-34FA-179984A400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D2106-7F10-B7C0-3CEA-4B7229EB8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35E1-F631-9B4A-B35A-6C4CC6E8DF1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7A9545-43FF-D4E0-3DE3-A10EA04F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360FA6-0A06-1111-93C5-741F815BA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E4E6-471C-E644-9300-66249803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6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F93AB-C8CF-8AA3-14F4-7C5271DC7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55A63B-5DED-8872-D915-02F599CC1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35E1-F631-9B4A-B35A-6C4CC6E8DF1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49213A-36C7-1A15-7810-6E9ACD4BF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50D5C-F216-C38D-8AF2-57821562F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E4E6-471C-E644-9300-66249803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49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075F3-4CC6-BAEB-4CEA-E4A998D91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35E1-F631-9B4A-B35A-6C4CC6E8DF1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30D45C-3809-7F11-C2F6-5C8C9E5F5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B0361-E316-E253-6DFA-82B875754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E4E6-471C-E644-9300-66249803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677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9239-EAC1-A5EE-6DD3-EF85C7059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0A8E9-DD0F-BF59-FEF4-1BD351390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4FC399-9AC0-6F62-F08C-A7C8460DB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40F6F-7EBC-7BB8-76FA-7DC2007F6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35E1-F631-9B4A-B35A-6C4CC6E8DF1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049BF-8A10-AB3B-4CD7-67551FFF3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AF02C-4886-6A82-FF49-3FE95C411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E4E6-471C-E644-9300-66249803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41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C680-3F91-D6DB-B4AB-545BDE98A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020BB3-2899-179D-1FD8-87423E16BF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EFE97-1FE6-759B-ABE2-3E1AE7743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65A7F-E181-6C7B-F28C-54607F1D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35E1-F631-9B4A-B35A-6C4CC6E8DF1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896EA-03E4-0144-A53A-F6BA887F6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D1BFB-75E0-2D45-9C1E-690FBBBBA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E4E6-471C-E644-9300-66249803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04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8E61A-7AAF-4B74-C648-D7E444D7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D21A0-C658-54CF-ADD5-D002208A8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E5F0D-4503-1DAF-CD7B-296F1D4C9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35E1-F631-9B4A-B35A-6C4CC6E8DF1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3F936-6486-FE18-301D-5458FA3E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029E1-571B-80BD-3595-BE1FAFDBA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E4E6-471C-E644-9300-66249803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434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65AC7C-E3DB-DE2A-6998-C33A548CC1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BDF27D-7D12-3C7B-9148-849C12BBF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D86C3-B89D-AB7D-866A-7068FB746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35E1-F631-9B4A-B35A-6C4CC6E8DF1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7A7FB-ADB7-88FE-3E26-98230F11B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B455F-6675-CD2F-539D-CB4644FC4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1E4E6-471C-E644-9300-66249803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16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2092A9-54A5-4FE0-DAC4-81CD8E849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323BA-D240-E3A9-7A73-B0EF9D194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09546-BD9F-20FF-0459-D69A96CFA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E035E1-F631-9B4A-B35A-6C4CC6E8DF1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683C-C9F2-8097-AF58-589F7BA51D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7D9E5-32A1-44F9-34EF-3B4006BBE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81E4E6-471C-E644-9300-66249803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9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5B4B26-313A-F87C-73C0-E4F67A10E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2085788"/>
            <a:ext cx="6884895" cy="1496649"/>
          </a:xfrm>
        </p:spPr>
        <p:txBody>
          <a:bodyPr anchor="b">
            <a:normAutofit/>
          </a:bodyPr>
          <a:lstStyle/>
          <a:p>
            <a:r>
              <a:rPr lang="en-US" sz="6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5 Check-In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FE78C-47EC-A1E1-38B3-8EC2F6A4E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948056"/>
            <a:ext cx="6096000" cy="830134"/>
          </a:xfrm>
        </p:spPr>
        <p:txBody>
          <a:bodyPr anchor="t">
            <a:normAutofit/>
          </a:bodyPr>
          <a:lstStyle/>
          <a:p>
            <a:r>
              <a:rPr lang="en-US" sz="3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Maze Solving in Python</a:t>
            </a:r>
          </a:p>
        </p:txBody>
      </p:sp>
    </p:spTree>
    <p:extLst>
      <p:ext uri="{BB962C8B-B14F-4D97-AF65-F5344CB8AC3E}">
        <p14:creationId xmlns:p14="http://schemas.microsoft.com/office/powerpoint/2010/main" val="409963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5A8AFA4-5C32-4100-9C6D-839A47E15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B5F253-7949-47C2-9DBD-1570ECDA2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685800"/>
            <a:ext cx="5421703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CD8A3-9F6B-7E3E-D57C-6DABF1C7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426" y="1254763"/>
            <a:ext cx="3444948" cy="24817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dirty="0">
                <a:solidFill>
                  <a:srgbClr val="595959"/>
                </a:solidFill>
              </a:rPr>
              <a:t>Loading MAZE_0 into a Python 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B3250-95D4-EF2E-8366-126DCD82734F}"/>
              </a:ext>
            </a:extLst>
          </p:cNvPr>
          <p:cNvSpPr txBox="1"/>
          <p:nvPr/>
        </p:nvSpPr>
        <p:spPr>
          <a:xfrm>
            <a:off x="1849179" y="4046453"/>
            <a:ext cx="3083442" cy="17855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595959"/>
                </a:solidFill>
              </a:rPr>
              <a:t>- We will solve this Maze by loading it into Python and having it generate the solution for us to view. </a:t>
            </a:r>
          </a:p>
        </p:txBody>
      </p:sp>
      <p:pic>
        <p:nvPicPr>
          <p:cNvPr id="5" name="Content Placeholder 4" descr="A maze with a white background&#10;&#10;AI-generated content may be incorrect.">
            <a:extLst>
              <a:ext uri="{FF2B5EF4-FFF2-40B4-BE49-F238E27FC236}">
                <a16:creationId xmlns:a16="http://schemas.microsoft.com/office/drawing/2014/main" id="{B9DA0D61-384E-25F3-A065-B7E496D02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82" b="-7"/>
          <a:stretch>
            <a:fillRect/>
          </a:stretch>
        </p:blipFill>
        <p:spPr>
          <a:xfrm>
            <a:off x="6107503" y="685799"/>
            <a:ext cx="5410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6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C1566-1DCC-EE17-B681-B3A853A41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3124181-212A-6C2D-9732-0275EE3385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20" t="3664" r="11138" b="61438"/>
          <a:stretch>
            <a:fillRect/>
          </a:stretch>
        </p:blipFill>
        <p:spPr>
          <a:xfrm>
            <a:off x="1463526" y="3"/>
            <a:ext cx="3090411" cy="6857999"/>
          </a:xfrm>
          <a:prstGeom prst="rect">
            <a:avLst/>
          </a:prstGeom>
        </p:spPr>
      </p:pic>
      <p:pic>
        <p:nvPicPr>
          <p:cNvPr id="14" name="Picture 1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C7EAE49-BDD5-98F7-8849-01B3F2FC10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20" t="35345" r="11138" b="29757"/>
          <a:stretch>
            <a:fillRect/>
          </a:stretch>
        </p:blipFill>
        <p:spPr>
          <a:xfrm>
            <a:off x="4553937" y="2"/>
            <a:ext cx="3090411" cy="6857999"/>
          </a:xfrm>
          <a:prstGeom prst="rect">
            <a:avLst/>
          </a:prstGeom>
        </p:spPr>
      </p:pic>
      <p:pic>
        <p:nvPicPr>
          <p:cNvPr id="16" name="Picture 1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3588D72-D16F-268E-F5DC-310433B5C2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20" t="62750" r="11138" b="2352"/>
          <a:stretch>
            <a:fillRect/>
          </a:stretch>
        </p:blipFill>
        <p:spPr>
          <a:xfrm>
            <a:off x="7644348" y="0"/>
            <a:ext cx="30904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797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D1EC24-FAC8-603E-C546-97EFB91F1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217623-64D5-2ED2-8A94-F8B7F7937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88548D-5272-482D-4D9C-D336FFA7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40BF81-C2C2-C071-7AD7-46166D2D0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DE91C7-393A-9CE0-178D-47839AA840AE}"/>
              </a:ext>
            </a:extLst>
          </p:cNvPr>
          <p:cNvSpPr txBox="1"/>
          <p:nvPr/>
        </p:nvSpPr>
        <p:spPr>
          <a:xfrm>
            <a:off x="4898717" y="101025"/>
            <a:ext cx="2394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Solved Maze</a:t>
            </a:r>
          </a:p>
        </p:txBody>
      </p:sp>
      <p:pic>
        <p:nvPicPr>
          <p:cNvPr id="4" name="Picture 3" descr="A maze with a red line&#10;&#10;AI-generated content may be incorrect.">
            <a:extLst>
              <a:ext uri="{FF2B5EF4-FFF2-40B4-BE49-F238E27FC236}">
                <a16:creationId xmlns:a16="http://schemas.microsoft.com/office/drawing/2014/main" id="{51B49013-1C1B-4B5E-A00B-50FF57E2B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589" y="818589"/>
            <a:ext cx="5220821" cy="522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652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40</Words>
  <Application>Microsoft Macintosh PowerPoint</Application>
  <PresentationFormat>Widescreen</PresentationFormat>
  <Paragraphs>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Group 5 Check-In</vt:lpstr>
      <vt:lpstr>Loading MAZE_0 into a Python script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Pineda, Phillip Lloyd</dc:creator>
  <cp:lastModifiedBy>Pineda, Phillip Lloyd</cp:lastModifiedBy>
  <cp:revision>1</cp:revision>
  <dcterms:created xsi:type="dcterms:W3CDTF">2026-02-16T19:02:30Z</dcterms:created>
  <dcterms:modified xsi:type="dcterms:W3CDTF">2026-02-16T20:58:33Z</dcterms:modified>
</cp:coreProperties>
</file>